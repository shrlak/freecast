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57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jwd4vD3u1aL8+Suk/gJvf6+ydX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57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5b68261b18cbb0d2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h5b68261b18cbb0d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ko-KR"/>
              <a:t>예배전 BGM 찬양반주: “나는 예배자입니다”</a:t>
            </a:r>
            <a:endParaRPr/>
          </a:p>
        </p:txBody>
      </p:sp>
      <p:sp>
        <p:nvSpPr>
          <p:cNvPr id="69" name="Google Shape;69;h5b68261b18cbb0d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110" title="logo 1.jpeg"/>
          <p:cNvPicPr preferRelativeResize="0"/>
          <p:nvPr/>
        </p:nvPicPr>
        <p:blipFill rotWithShape="1">
          <a:blip r:embed="rId2">
            <a:alphaModFix/>
          </a:blip>
          <a:srcRect b="25367" l="0" r="0" t="22736"/>
          <a:stretch/>
        </p:blipFill>
        <p:spPr>
          <a:xfrm>
            <a:off x="7016550" y="134550"/>
            <a:ext cx="2041974" cy="79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6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" name="Google Shape;19;p116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" name="Google Shape;20;p1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7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1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11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1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119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19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1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1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1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" name="Google Shape;38;p121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1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2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p1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3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23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123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123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4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1" name="Google Shape;51;p1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5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25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>
  <p:cSld name="OBJECT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efb87a8d7_1_8"/>
          <p:cNvSpPr txBox="1"/>
          <p:nvPr>
            <p:ph type="title"/>
          </p:nvPr>
        </p:nvSpPr>
        <p:spPr>
          <a:xfrm>
            <a:off x="457199" y="274638"/>
            <a:ext cx="822959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g3eefb87a8d7_1_8"/>
          <p:cNvSpPr txBox="1"/>
          <p:nvPr>
            <p:ph idx="1" type="body"/>
          </p:nvPr>
        </p:nvSpPr>
        <p:spPr>
          <a:xfrm>
            <a:off x="457199" y="1600200"/>
            <a:ext cx="8229598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g3eefb87a8d7_1_8"/>
          <p:cNvSpPr txBox="1"/>
          <p:nvPr>
            <p:ph idx="10" type="dt"/>
          </p:nvPr>
        </p:nvSpPr>
        <p:spPr>
          <a:xfrm>
            <a:off x="457199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g3eefb87a8d7_1_8"/>
          <p:cNvSpPr txBox="1"/>
          <p:nvPr>
            <p:ph idx="11" type="ftr"/>
          </p:nvPr>
        </p:nvSpPr>
        <p:spPr>
          <a:xfrm>
            <a:off x="3124199" y="6356350"/>
            <a:ext cx="2895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g3eefb87a8d7_1_8"/>
          <p:cNvSpPr txBox="1"/>
          <p:nvPr>
            <p:ph idx="12" type="sldNum"/>
          </p:nvPr>
        </p:nvSpPr>
        <p:spPr>
          <a:xfrm>
            <a:off x="6553199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2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d9ba625fd_0_175"/>
          <p:cNvSpPr txBox="1"/>
          <p:nvPr>
            <p:ph type="title"/>
          </p:nvPr>
        </p:nvSpPr>
        <p:spPr>
          <a:xfrm>
            <a:off x="628650" y="348192"/>
            <a:ext cx="5937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ed9ba625fd_0_175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0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5b68261b18cbb0d2_0_0"/>
          <p:cNvSpPr txBox="1"/>
          <p:nvPr>
            <p:ph idx="4294967295" type="title"/>
          </p:nvPr>
        </p:nvSpPr>
        <p:spPr>
          <a:xfrm>
            <a:off x="1088250" y="325500"/>
            <a:ext cx="6967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ko-KR" sz="3000">
                <a:solidFill>
                  <a:schemeClr val="lt1"/>
                </a:solidFill>
              </a:rPr>
              <a:t>지금은 기도로 예배를 준비하는 시간입니다.</a:t>
            </a:r>
            <a:endParaRPr b="1" sz="3000">
              <a:solidFill>
                <a:schemeClr val="lt1"/>
              </a:solidFill>
            </a:endParaRPr>
          </a:p>
        </p:txBody>
      </p:sp>
      <p:sp>
        <p:nvSpPr>
          <p:cNvPr id="72" name="Google Shape;72;h5b68261b18cbb0d2_0_0"/>
          <p:cNvSpPr txBox="1"/>
          <p:nvPr>
            <p:ph idx="4294967295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ko-KR" sz="2400">
                <a:solidFill>
                  <a:schemeClr val="lt1"/>
                </a:solidFill>
              </a:rPr>
              <a:t>기도제목 1</a:t>
            </a:r>
            <a:br>
              <a:rPr lang="ko-KR" sz="2400">
                <a:solidFill>
                  <a:schemeClr val="lt1"/>
                </a:solidFill>
              </a:rPr>
            </a:b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ko-KR" sz="2400">
                <a:solidFill>
                  <a:schemeClr val="lt1"/>
                </a:solidFill>
              </a:rPr>
              <a:t>기도제목 2</a:t>
            </a:r>
            <a:br>
              <a:rPr lang="ko-KR" sz="2400">
                <a:solidFill>
                  <a:schemeClr val="lt1"/>
                </a:solidFill>
              </a:rPr>
            </a:b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"/>
          <p:cNvPicPr preferRelativeResize="0"/>
          <p:nvPr/>
        </p:nvPicPr>
        <p:blipFill rotWithShape="1">
          <a:blip r:embed="rId3">
            <a:alphaModFix/>
          </a:blip>
          <a:srcRect b="23430" l="0" r="0" t="0"/>
          <a:stretch/>
        </p:blipFill>
        <p:spPr>
          <a:xfrm>
            <a:off x="39700" y="1658101"/>
            <a:ext cx="9144000" cy="363142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"/>
          <p:cNvSpPr txBox="1"/>
          <p:nvPr/>
        </p:nvSpPr>
        <p:spPr>
          <a:xfrm>
            <a:off x="6956125" y="5218075"/>
            <a:ext cx="1673400" cy="10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ko-KR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빛주사랑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ko-KR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대학청년부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ko-KR" sz="2100"/>
              <a:t>mm</a:t>
            </a:r>
            <a:r>
              <a:rPr b="0" i="0" lang="ko-KR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sz="2100"/>
              <a:t>dd</a:t>
            </a:r>
            <a:r>
              <a:rPr b="0" i="0" lang="ko-KR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/20</a:t>
            </a:r>
            <a:r>
              <a:rPr lang="ko-KR" sz="2100"/>
              <a:t>2y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 txBox="1"/>
          <p:nvPr/>
        </p:nvSpPr>
        <p:spPr>
          <a:xfrm>
            <a:off x="678800" y="1911940"/>
            <a:ext cx="7572000" cy="3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신앙고백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ko-KR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Apostles’ Creed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 txBox="1"/>
          <p:nvPr/>
        </p:nvSpPr>
        <p:spPr>
          <a:xfrm>
            <a:off x="0" y="1428325"/>
            <a:ext cx="9144000" cy="51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전능하사 천지를 만드신 하나님 아버지를 내가 믿사오며,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believe in God the Father Almighty, maker of heaven and earth;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그 외아들 우리 주 예수 그리스도를 믿사오니,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in Jesus Christ, his only Son our Lord: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이는 성령으로 잉태하사 동정녀 마리아에게 나시고,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who was conceived by the Holy Spirit, born of the Virgin Mary,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‘</a:t>
            </a:r>
            <a:r>
              <a:rPr b="0" i="0" lang="ko-KR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본디오 빌라도’에게 고난을 받으사, 십자가에 못박혀 죽으시고,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suffered under Pontius Pilate, was crucified, dead, and buried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장사한지 사흘 만에 죽은 자 가운데서 다시 살아나시며,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 descended into hell, the third day he rose again from the dead;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334000" y="212330"/>
            <a:ext cx="345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ko-KR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신앙고백</a:t>
            </a:r>
            <a:endParaRPr b="0" i="0" sz="21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ko-KR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Apostles’ Creed</a:t>
            </a:r>
            <a:endParaRPr b="0" i="0" sz="21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 txBox="1"/>
          <p:nvPr/>
        </p:nvSpPr>
        <p:spPr>
          <a:xfrm>
            <a:off x="0" y="1428325"/>
            <a:ext cx="9144000" cy="51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하늘에 오르사, 전능하신 하나님 우편에 앉아 계시다가, 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 ascended into heaven, and sitteth on the right hand of God the Father Almighty;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저리로서 산 자와 죽은 자를 심판하러 오시리라.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thence he shall come to judge the quick and the dead,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성령을 믿사오며, 거룩한 공회와, 성도가 서로 교통하는 것과,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believe in the Holy Spirit, the holy universal church, the communion of saints,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죄를 사하여 주시는 것과, 몸이 다시 사는 것과,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forgiveness of sins, the resurrection of the body, 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영원히 사는 것을 믿사옵나이다. 아멘.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ko-K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the life everlasting, Amen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334000" y="212330"/>
            <a:ext cx="345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ko-KR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신앙고백</a:t>
            </a:r>
            <a:endParaRPr b="0" i="0" sz="21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ko-KR" sz="2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Apostles’ Creed</a:t>
            </a:r>
            <a:endParaRPr b="0" i="0" sz="21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