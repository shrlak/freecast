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embeddedFontLst>
    <p:embeddedFont>
      <p:font typeface="Nanum Brush Script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57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nHKnG21OjwAwcn5UvYsL00pti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57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anumBrushScrip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I - V - C x 2</a:t>
            </a:r>
            <a:endParaRPr/>
          </a:p>
        </p:txBody>
      </p:sp>
      <p:sp>
        <p:nvSpPr>
          <p:cNvPr id="69" name="Google Shape;69;p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V</a:t>
            </a:r>
            <a:endParaRPr/>
          </a:p>
        </p:txBody>
      </p:sp>
      <p:sp>
        <p:nvSpPr>
          <p:cNvPr id="77" name="Google Shape;77;p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C</a:t>
            </a:r>
            <a:endParaRPr/>
          </a:p>
        </p:txBody>
      </p:sp>
      <p:sp>
        <p:nvSpPr>
          <p:cNvPr id="85" name="Google Shape;85;p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예배후 BGM 찬양반주: “Celebrate the Light”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6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V1</a:t>
            </a:r>
            <a:endParaRPr/>
          </a:p>
        </p:txBody>
      </p:sp>
      <p:sp>
        <p:nvSpPr>
          <p:cNvPr id="130" name="Google Shape;130;p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V2</a:t>
            </a:r>
            <a:endParaRPr/>
          </a:p>
        </p:txBody>
      </p:sp>
      <p:sp>
        <p:nvSpPr>
          <p:cNvPr id="138" name="Google Shape;138;p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C</a:t>
            </a:r>
            <a:endParaRPr/>
          </a:p>
        </p:txBody>
      </p:sp>
      <p:sp>
        <p:nvSpPr>
          <p:cNvPr id="146" name="Google Shape;146;p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C</a:t>
            </a:r>
            <a:endParaRPr/>
          </a:p>
        </p:txBody>
      </p:sp>
      <p:sp>
        <p:nvSpPr>
          <p:cNvPr id="154" name="Google Shape;154;p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13487e06f8ca254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h13487e06f8ca2540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7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7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7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7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8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8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10" title="logo 1.jpeg"/>
          <p:cNvPicPr preferRelativeResize="0"/>
          <p:nvPr/>
        </p:nvPicPr>
        <p:blipFill rotWithShape="1">
          <a:blip r:embed="rId2">
            <a:alphaModFix/>
          </a:blip>
          <a:srcRect b="25367" l="0" r="0" t="22736"/>
          <a:stretch/>
        </p:blipFill>
        <p:spPr>
          <a:xfrm>
            <a:off x="7016550" y="134550"/>
            <a:ext cx="2041974" cy="79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6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116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1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7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1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1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1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119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19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1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1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121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1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2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1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23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123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123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4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5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25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OBJECT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efb87a8d7_1_8"/>
          <p:cNvSpPr txBox="1"/>
          <p:nvPr>
            <p:ph type="title"/>
          </p:nvPr>
        </p:nvSpPr>
        <p:spPr>
          <a:xfrm>
            <a:off x="457199" y="274638"/>
            <a:ext cx="822959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g3eefb87a8d7_1_8"/>
          <p:cNvSpPr txBox="1"/>
          <p:nvPr>
            <p:ph idx="1" type="body"/>
          </p:nvPr>
        </p:nvSpPr>
        <p:spPr>
          <a:xfrm>
            <a:off x="457199" y="1600200"/>
            <a:ext cx="82295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g3eefb87a8d7_1_8"/>
          <p:cNvSpPr txBox="1"/>
          <p:nvPr>
            <p:ph idx="10" type="dt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g3eefb87a8d7_1_8"/>
          <p:cNvSpPr txBox="1"/>
          <p:nvPr>
            <p:ph idx="11" type="ftr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g3eefb87a8d7_1_8"/>
          <p:cNvSpPr txBox="1"/>
          <p:nvPr>
            <p:ph idx="12" type="sldNum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9ba625fd_0_175"/>
          <p:cNvSpPr txBox="1"/>
          <p:nvPr>
            <p:ph type="title"/>
          </p:nvPr>
        </p:nvSpPr>
        <p:spPr>
          <a:xfrm>
            <a:off x="628650" y="348192"/>
            <a:ext cx="5937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ed9ba625fd_0_175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0750" y="683075"/>
            <a:ext cx="11432501" cy="61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2"/>
          <p:cNvSpPr/>
          <p:nvPr/>
        </p:nvSpPr>
        <p:spPr>
          <a:xfrm>
            <a:off x="6789975" y="258525"/>
            <a:ext cx="2190900" cy="11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2"/>
          <p:cNvSpPr txBox="1"/>
          <p:nvPr/>
        </p:nvSpPr>
        <p:spPr>
          <a:xfrm>
            <a:off x="657750" y="1184250"/>
            <a:ext cx="7442700" cy="3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ko-KR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공동체 고백송</a:t>
            </a:r>
            <a:endParaRPr b="1" i="0" sz="28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ko-KR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“Celebrate the Light”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1" sz="3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1" sz="3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1" lang="ko-KR" sz="2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**자리에서 일어나 함께 고백하고 서로 축복해요!</a:t>
            </a:r>
            <a:endParaRPr b="0" i="1" sz="1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3"/>
          <p:cNvSpPr txBox="1"/>
          <p:nvPr/>
        </p:nvSpPr>
        <p:spPr>
          <a:xfrm>
            <a:off x="0" y="0"/>
            <a:ext cx="25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Nanum Brush Script"/>
                <a:ea typeface="Nanum Brush Script"/>
                <a:cs typeface="Nanum Brush Script"/>
                <a:sym typeface="Nanum Brush Script"/>
              </a:rPr>
              <a:t>우리 모일 때 주 성령 임하리</a:t>
            </a:r>
            <a:endParaRPr b="1" i="0" sz="2400" u="none" cap="none" strike="noStrike">
              <a:solidFill>
                <a:schemeClr val="lt1"/>
              </a:solidFill>
              <a:latin typeface="Nanum Brush Script"/>
              <a:ea typeface="Nanum Brush Script"/>
              <a:cs typeface="Nanum Brush Script"/>
              <a:sym typeface="Nanum Brush Script"/>
            </a:endParaRPr>
          </a:p>
        </p:txBody>
      </p:sp>
      <p:sp>
        <p:nvSpPr>
          <p:cNvPr id="80" name="Google Shape;80;p63"/>
          <p:cNvSpPr txBox="1"/>
          <p:nvPr/>
        </p:nvSpPr>
        <p:spPr>
          <a:xfrm>
            <a:off x="0" y="2009925"/>
            <a:ext cx="91440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우리에게 임하신 그의 빛으로 난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 안의 어둠 사라져 새롭게 됐네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주가 날 사랑하니 더 이상 난 숨지 않으리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주가 내게 오셔서 행하신 일 찬양해 (찬양해)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3"/>
          <p:cNvSpPr txBox="1"/>
          <p:nvPr/>
        </p:nvSpPr>
        <p:spPr>
          <a:xfrm>
            <a:off x="152400" y="152400"/>
            <a:ext cx="37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Celebrate the Light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4"/>
          <p:cNvSpPr txBox="1"/>
          <p:nvPr/>
        </p:nvSpPr>
        <p:spPr>
          <a:xfrm>
            <a:off x="0" y="0"/>
            <a:ext cx="25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Nanum Brush Script"/>
                <a:ea typeface="Nanum Brush Script"/>
                <a:cs typeface="Nanum Brush Script"/>
                <a:sym typeface="Nanum Brush Script"/>
              </a:rPr>
              <a:t>우리 모일 때 주 성령 임하리</a:t>
            </a:r>
            <a:endParaRPr b="1" i="0" sz="2400" u="none" cap="none" strike="noStrike">
              <a:solidFill>
                <a:schemeClr val="lt1"/>
              </a:solidFill>
              <a:latin typeface="Nanum Brush Script"/>
              <a:ea typeface="Nanum Brush Script"/>
              <a:cs typeface="Nanum Brush Script"/>
              <a:sym typeface="Nanum Brush Script"/>
            </a:endParaRPr>
          </a:p>
        </p:txBody>
      </p:sp>
      <p:sp>
        <p:nvSpPr>
          <p:cNvPr id="88" name="Google Shape;88;p64"/>
          <p:cNvSpPr txBox="1"/>
          <p:nvPr/>
        </p:nvSpPr>
        <p:spPr>
          <a:xfrm>
            <a:off x="0" y="2127400"/>
            <a:ext cx="91440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Celebrate the light 온 세상 비추네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Celebrate the light 기쁨의 춤 추네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Celebrate the light 영원한 노래로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높여 찬양해 오 주를 기뻐해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Celebrate the light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4"/>
          <p:cNvSpPr txBox="1"/>
          <p:nvPr/>
        </p:nvSpPr>
        <p:spPr>
          <a:xfrm>
            <a:off x="152400" y="152400"/>
            <a:ext cx="37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Celebrate the Light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5"/>
          <p:cNvSpPr txBox="1"/>
          <p:nvPr/>
        </p:nvSpPr>
        <p:spPr>
          <a:xfrm>
            <a:off x="0" y="0"/>
            <a:ext cx="25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Nanum Brush Script"/>
                <a:ea typeface="Nanum Brush Script"/>
                <a:cs typeface="Nanum Brush Script"/>
                <a:sym typeface="Nanum Brush Script"/>
              </a:rPr>
              <a:t>우리 모일 때 주 성령 임하리</a:t>
            </a:r>
            <a:endParaRPr b="1" i="0" sz="2400" u="none" cap="none" strike="noStrike">
              <a:solidFill>
                <a:schemeClr val="lt1"/>
              </a:solidFill>
              <a:latin typeface="Nanum Brush Script"/>
              <a:ea typeface="Nanum Brush Script"/>
              <a:cs typeface="Nanum Brush Script"/>
              <a:sym typeface="Nanum Brush Script"/>
            </a:endParaRPr>
          </a:p>
        </p:txBody>
      </p:sp>
      <p:sp>
        <p:nvSpPr>
          <p:cNvPr id="95" name="Google Shape;95;p65"/>
          <p:cNvSpPr txBox="1"/>
          <p:nvPr/>
        </p:nvSpPr>
        <p:spPr>
          <a:xfrm>
            <a:off x="416250" y="4569200"/>
            <a:ext cx="83115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ko-KR" sz="3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Happy Lord’s Day</a:t>
            </a:r>
            <a:endParaRPr b="1" i="1" sz="32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5"/>
          <p:cNvSpPr txBox="1"/>
          <p:nvPr/>
        </p:nvSpPr>
        <p:spPr>
          <a:xfrm>
            <a:off x="3143550" y="5174300"/>
            <a:ext cx="28569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빛주사랑 대학청년부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888" y="1103048"/>
            <a:ext cx="8451237" cy="341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6"/>
          <p:cNvSpPr txBox="1"/>
          <p:nvPr/>
        </p:nvSpPr>
        <p:spPr>
          <a:xfrm>
            <a:off x="678800" y="1891325"/>
            <a:ext cx="7572000" cy="3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송별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ko-KR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Farewell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0750" y="683075"/>
            <a:ext cx="11432501" cy="61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7"/>
          <p:cNvSpPr/>
          <p:nvPr/>
        </p:nvSpPr>
        <p:spPr>
          <a:xfrm>
            <a:off x="6789975" y="258525"/>
            <a:ext cx="2190900" cy="11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7"/>
          <p:cNvSpPr txBox="1"/>
          <p:nvPr/>
        </p:nvSpPr>
        <p:spPr>
          <a:xfrm>
            <a:off x="923275" y="2948100"/>
            <a:ext cx="7546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ko-KR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하나님의 사랑이</a:t>
            </a:r>
            <a:endParaRPr b="1" i="0" sz="5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8"/>
          <p:cNvSpPr txBox="1"/>
          <p:nvPr/>
        </p:nvSpPr>
        <p:spPr>
          <a:xfrm>
            <a:off x="0" y="0"/>
            <a:ext cx="25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Nanum Brush Script"/>
                <a:ea typeface="Nanum Brush Script"/>
                <a:cs typeface="Nanum Brush Script"/>
                <a:sym typeface="Nanum Brush Script"/>
              </a:rPr>
              <a:t>우리 모일 때 주 성령 임하리</a:t>
            </a:r>
            <a:endParaRPr b="1" i="0" sz="2400" u="none" cap="none" strike="noStrike">
              <a:solidFill>
                <a:schemeClr val="lt1"/>
              </a:solidFill>
              <a:latin typeface="Nanum Brush Script"/>
              <a:ea typeface="Nanum Brush Script"/>
              <a:cs typeface="Nanum Brush Script"/>
              <a:sym typeface="Nanum Brush Script"/>
            </a:endParaRPr>
          </a:p>
        </p:txBody>
      </p:sp>
      <p:sp>
        <p:nvSpPr>
          <p:cNvPr id="117" name="Google Shape;117;p68"/>
          <p:cNvSpPr txBox="1"/>
          <p:nvPr/>
        </p:nvSpPr>
        <p:spPr>
          <a:xfrm>
            <a:off x="510901" y="1843948"/>
            <a:ext cx="81222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하나님의 사랑이 당신의 삶 가운데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가득하기를 축복합니다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하나님의 은혜가 우리 가운데 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가득하길 기도합니다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8"/>
          <p:cNvSpPr txBox="1"/>
          <p:nvPr/>
        </p:nvSpPr>
        <p:spPr>
          <a:xfrm>
            <a:off x="152400" y="152400"/>
            <a:ext cx="37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하나님의 사랑이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0750" y="683075"/>
            <a:ext cx="11432501" cy="61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9"/>
          <p:cNvSpPr/>
          <p:nvPr/>
        </p:nvSpPr>
        <p:spPr>
          <a:xfrm>
            <a:off x="6789975" y="258525"/>
            <a:ext cx="2190900" cy="11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9"/>
          <p:cNvSpPr txBox="1"/>
          <p:nvPr/>
        </p:nvSpPr>
        <p:spPr>
          <a:xfrm>
            <a:off x="923275" y="2948100"/>
            <a:ext cx="7546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ko-KR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야곱의 축복</a:t>
            </a:r>
            <a:endParaRPr b="1" i="0" sz="5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0"/>
          <p:cNvSpPr txBox="1"/>
          <p:nvPr/>
        </p:nvSpPr>
        <p:spPr>
          <a:xfrm>
            <a:off x="0" y="0"/>
            <a:ext cx="25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Nanum Brush Script"/>
                <a:ea typeface="Nanum Brush Script"/>
                <a:cs typeface="Nanum Brush Script"/>
                <a:sym typeface="Nanum Brush Script"/>
              </a:rPr>
              <a:t>우리 모일 때 주 성령 임하리</a:t>
            </a:r>
            <a:endParaRPr b="1" i="0" sz="2400" u="none" cap="none" strike="noStrike">
              <a:solidFill>
                <a:schemeClr val="lt1"/>
              </a:solidFill>
              <a:latin typeface="Nanum Brush Script"/>
              <a:ea typeface="Nanum Brush Script"/>
              <a:cs typeface="Nanum Brush Script"/>
              <a:sym typeface="Nanum Brush Script"/>
            </a:endParaRPr>
          </a:p>
        </p:txBody>
      </p:sp>
      <p:sp>
        <p:nvSpPr>
          <p:cNvPr id="133" name="Google Shape;133;p70"/>
          <p:cNvSpPr txBox="1"/>
          <p:nvPr/>
        </p:nvSpPr>
        <p:spPr>
          <a:xfrm>
            <a:off x="474401" y="1843948"/>
            <a:ext cx="81222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너는 담장 너머로 뻗은 나무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가지에 푸른 열매처럼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하나님의 귀한 축복이 삶에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가득히 넘쳐날거야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0"/>
          <p:cNvSpPr txBox="1"/>
          <p:nvPr/>
        </p:nvSpPr>
        <p:spPr>
          <a:xfrm>
            <a:off x="152400" y="152400"/>
            <a:ext cx="37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야곱의 축복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1"/>
          <p:cNvSpPr txBox="1"/>
          <p:nvPr/>
        </p:nvSpPr>
        <p:spPr>
          <a:xfrm>
            <a:off x="0" y="0"/>
            <a:ext cx="25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Nanum Brush Script"/>
                <a:ea typeface="Nanum Brush Script"/>
                <a:cs typeface="Nanum Brush Script"/>
                <a:sym typeface="Nanum Brush Script"/>
              </a:rPr>
              <a:t>우리 모일 때 주 성령 임하리</a:t>
            </a:r>
            <a:endParaRPr b="1" i="0" sz="2400" u="none" cap="none" strike="noStrike">
              <a:solidFill>
                <a:schemeClr val="lt1"/>
              </a:solidFill>
              <a:latin typeface="Nanum Brush Script"/>
              <a:ea typeface="Nanum Brush Script"/>
              <a:cs typeface="Nanum Brush Script"/>
              <a:sym typeface="Nanum Brush Script"/>
            </a:endParaRPr>
          </a:p>
        </p:txBody>
      </p:sp>
      <p:sp>
        <p:nvSpPr>
          <p:cNvPr id="141" name="Google Shape;141;p71"/>
          <p:cNvSpPr txBox="1"/>
          <p:nvPr/>
        </p:nvSpPr>
        <p:spPr>
          <a:xfrm>
            <a:off x="474401" y="1843948"/>
            <a:ext cx="81222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너는 어떤 시련이 와도 능히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이겨낼 강한 팔이 있어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전능하신 하나님께서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너와 언제나 함께하시니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1"/>
          <p:cNvSpPr txBox="1"/>
          <p:nvPr/>
        </p:nvSpPr>
        <p:spPr>
          <a:xfrm>
            <a:off x="152400" y="152400"/>
            <a:ext cx="37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야곱의 축복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2"/>
          <p:cNvSpPr txBox="1"/>
          <p:nvPr/>
        </p:nvSpPr>
        <p:spPr>
          <a:xfrm>
            <a:off x="0" y="0"/>
            <a:ext cx="25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Nanum Brush Script"/>
                <a:ea typeface="Nanum Brush Script"/>
                <a:cs typeface="Nanum Brush Script"/>
                <a:sym typeface="Nanum Brush Script"/>
              </a:rPr>
              <a:t>우리 모일 때 주 성령 임하리</a:t>
            </a:r>
            <a:endParaRPr b="1" i="0" sz="2400" u="none" cap="none" strike="noStrike">
              <a:solidFill>
                <a:schemeClr val="lt1"/>
              </a:solidFill>
              <a:latin typeface="Nanum Brush Script"/>
              <a:ea typeface="Nanum Brush Script"/>
              <a:cs typeface="Nanum Brush Script"/>
              <a:sym typeface="Nanum Brush Script"/>
            </a:endParaRPr>
          </a:p>
        </p:txBody>
      </p:sp>
      <p:sp>
        <p:nvSpPr>
          <p:cNvPr id="149" name="Google Shape;149;p72"/>
          <p:cNvSpPr txBox="1"/>
          <p:nvPr/>
        </p:nvSpPr>
        <p:spPr>
          <a:xfrm>
            <a:off x="474401" y="1843948"/>
            <a:ext cx="81222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너는 하나님의 사람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아름다운 하나님의 사람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나는 널 위해 기도하며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네 길을 축복할거야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2"/>
          <p:cNvSpPr txBox="1"/>
          <p:nvPr/>
        </p:nvSpPr>
        <p:spPr>
          <a:xfrm>
            <a:off x="152400" y="152400"/>
            <a:ext cx="37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야곱의 축복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3"/>
          <p:cNvSpPr txBox="1"/>
          <p:nvPr/>
        </p:nvSpPr>
        <p:spPr>
          <a:xfrm>
            <a:off x="0" y="0"/>
            <a:ext cx="25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Nanum Brush Script"/>
                <a:ea typeface="Nanum Brush Script"/>
                <a:cs typeface="Nanum Brush Script"/>
                <a:sym typeface="Nanum Brush Script"/>
              </a:rPr>
              <a:t>우리 모일 때 주 성령 임하리</a:t>
            </a:r>
            <a:endParaRPr b="1" i="0" sz="2400" u="none" cap="none" strike="noStrike">
              <a:solidFill>
                <a:schemeClr val="lt1"/>
              </a:solidFill>
              <a:latin typeface="Nanum Brush Script"/>
              <a:ea typeface="Nanum Brush Script"/>
              <a:cs typeface="Nanum Brush Script"/>
              <a:sym typeface="Nanum Brush Script"/>
            </a:endParaRPr>
          </a:p>
        </p:txBody>
      </p:sp>
      <p:sp>
        <p:nvSpPr>
          <p:cNvPr id="157" name="Google Shape;157;p73"/>
          <p:cNvSpPr txBox="1"/>
          <p:nvPr/>
        </p:nvSpPr>
        <p:spPr>
          <a:xfrm>
            <a:off x="474401" y="1843948"/>
            <a:ext cx="81222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너는 하나님의 선물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사랑스런 하나님의 열매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주의 품에 꽃 피운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나무가 되어줘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3"/>
          <p:cNvSpPr txBox="1"/>
          <p:nvPr/>
        </p:nvSpPr>
        <p:spPr>
          <a:xfrm>
            <a:off x="152400" y="152400"/>
            <a:ext cx="37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-K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야곱의 축복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13487e06f8ca2540_0_0"/>
          <p:cNvSpPr txBox="1"/>
          <p:nvPr/>
        </p:nvSpPr>
        <p:spPr>
          <a:xfrm>
            <a:off x="678800" y="1891325"/>
            <a:ext cx="7572000" cy="3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헌금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ko-K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Offering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h13487e06f8ca254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6650" y="-50450"/>
            <a:ext cx="9294876" cy="698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4"/>
          <p:cNvSpPr txBox="1"/>
          <p:nvPr/>
        </p:nvSpPr>
        <p:spPr>
          <a:xfrm>
            <a:off x="678800" y="1891325"/>
            <a:ext cx="7572000" cy="3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헌금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ko-K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Offering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5"/>
          <p:cNvSpPr txBox="1"/>
          <p:nvPr/>
        </p:nvSpPr>
        <p:spPr>
          <a:xfrm>
            <a:off x="786000" y="2203350"/>
            <a:ext cx="7572000" cy="24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ko-KR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생일 축하드립니다!!</a:t>
            </a:r>
            <a:endParaRPr b="1" i="0" sz="4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ko-KR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Happy Birthday!!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6"/>
          <p:cNvSpPr txBox="1"/>
          <p:nvPr/>
        </p:nvSpPr>
        <p:spPr>
          <a:xfrm>
            <a:off x="786000" y="2203350"/>
            <a:ext cx="7572000" cy="24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ko-KR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동산지기</a:t>
            </a:r>
            <a:endParaRPr b="1" i="0" sz="4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ko-KR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인사 및 감사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7"/>
          <p:cNvSpPr txBox="1"/>
          <p:nvPr/>
        </p:nvSpPr>
        <p:spPr>
          <a:xfrm>
            <a:off x="786000" y="2203350"/>
            <a:ext cx="7572000" cy="24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ko-KR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졸업</a:t>
            </a:r>
            <a:endParaRPr b="1" i="0" sz="4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ko-KR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Graduation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8"/>
          <p:cNvSpPr txBox="1"/>
          <p:nvPr/>
        </p:nvSpPr>
        <p:spPr>
          <a:xfrm>
            <a:off x="678800" y="1891325"/>
            <a:ext cx="7572000" cy="3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환영합니다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ko-KR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Welcome!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0750" y="683075"/>
            <a:ext cx="11432501" cy="61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0"/>
          <p:cNvSpPr/>
          <p:nvPr/>
        </p:nvSpPr>
        <p:spPr>
          <a:xfrm>
            <a:off x="6789975" y="258525"/>
            <a:ext cx="2190900" cy="11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0"/>
          <p:cNvSpPr txBox="1"/>
          <p:nvPr/>
        </p:nvSpPr>
        <p:spPr>
          <a:xfrm>
            <a:off x="923275" y="2948100"/>
            <a:ext cx="7546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ko-KR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하나님께서 당신을 통해</a:t>
            </a:r>
            <a:endParaRPr b="1" i="0" sz="5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1"/>
          <p:cNvSpPr txBox="1"/>
          <p:nvPr/>
        </p:nvSpPr>
        <p:spPr>
          <a:xfrm>
            <a:off x="0" y="0"/>
            <a:ext cx="25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Nanum Brush Script"/>
                <a:ea typeface="Nanum Brush Script"/>
                <a:cs typeface="Nanum Brush Script"/>
                <a:sym typeface="Nanum Brush Script"/>
              </a:rPr>
              <a:t>우리 모일 때 주 성령 임하리</a:t>
            </a:r>
            <a:endParaRPr b="1" i="0" sz="2400" u="none" cap="none" strike="noStrike">
              <a:solidFill>
                <a:schemeClr val="lt1"/>
              </a:solidFill>
              <a:latin typeface="Nanum Brush Script"/>
              <a:ea typeface="Nanum Brush Script"/>
              <a:cs typeface="Nanum Brush Script"/>
              <a:sym typeface="Nanum Brush Script"/>
            </a:endParaRPr>
          </a:p>
        </p:txBody>
      </p:sp>
      <p:sp>
        <p:nvSpPr>
          <p:cNvPr id="203" name="Google Shape;203;p81"/>
          <p:cNvSpPr txBox="1"/>
          <p:nvPr/>
        </p:nvSpPr>
        <p:spPr>
          <a:xfrm>
            <a:off x="546840" y="1843952"/>
            <a:ext cx="79773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하나님께서 당신을 통해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메마른 땅에 샘물 나게 하시기를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가난한 영혼 목마른 영혼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당신을 통해 주 사랑 알기 원하네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1"/>
          <p:cNvSpPr txBox="1"/>
          <p:nvPr/>
        </p:nvSpPr>
        <p:spPr>
          <a:xfrm>
            <a:off x="152400" y="152400"/>
            <a:ext cx="457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하나님께서 당신을 통해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0750" y="683075"/>
            <a:ext cx="11432501" cy="61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3"/>
          <p:cNvSpPr/>
          <p:nvPr/>
        </p:nvSpPr>
        <p:spPr>
          <a:xfrm>
            <a:off x="6789975" y="258525"/>
            <a:ext cx="2190900" cy="11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3"/>
          <p:cNvSpPr txBox="1"/>
          <p:nvPr/>
        </p:nvSpPr>
        <p:spPr>
          <a:xfrm>
            <a:off x="923275" y="2948100"/>
            <a:ext cx="7546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ko-KR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당신은 하나님의</a:t>
            </a:r>
            <a:endParaRPr b="1" i="0" sz="5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ko-KR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언약 안에</a:t>
            </a:r>
            <a:endParaRPr b="1" i="0" sz="5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4"/>
          <p:cNvSpPr txBox="1"/>
          <p:nvPr/>
        </p:nvSpPr>
        <p:spPr>
          <a:xfrm>
            <a:off x="0" y="0"/>
            <a:ext cx="25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Nanum Brush Script"/>
                <a:ea typeface="Nanum Brush Script"/>
                <a:cs typeface="Nanum Brush Script"/>
                <a:sym typeface="Nanum Brush Script"/>
              </a:rPr>
              <a:t>우리 모일 때 주 성령 임하리</a:t>
            </a:r>
            <a:endParaRPr b="1" i="0" sz="2400" u="none" cap="none" strike="noStrike">
              <a:solidFill>
                <a:schemeClr val="lt1"/>
              </a:solidFill>
              <a:latin typeface="Nanum Brush Script"/>
              <a:ea typeface="Nanum Brush Script"/>
              <a:cs typeface="Nanum Brush Script"/>
              <a:sym typeface="Nanum Brush Script"/>
            </a:endParaRPr>
          </a:p>
        </p:txBody>
      </p:sp>
      <p:sp>
        <p:nvSpPr>
          <p:cNvPr id="218" name="Google Shape;218;p84"/>
          <p:cNvSpPr txBox="1"/>
          <p:nvPr/>
        </p:nvSpPr>
        <p:spPr>
          <a:xfrm>
            <a:off x="546790" y="1843952"/>
            <a:ext cx="79773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당신은 하나님의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언약 안에 있는 축복의 통로 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당신을 통하여서 열방이 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ko-KR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주께 돌아오게되리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4"/>
          <p:cNvSpPr txBox="1"/>
          <p:nvPr/>
        </p:nvSpPr>
        <p:spPr>
          <a:xfrm>
            <a:off x="152400" y="152400"/>
            <a:ext cx="457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당신은 하나님의 언약 안에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